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79" r:id="rId3"/>
    <p:sldId id="280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90" r:id="rId12"/>
    <p:sldId id="289" r:id="rId13"/>
    <p:sldId id="291" r:id="rId14"/>
    <p:sldId id="288" r:id="rId15"/>
    <p:sldId id="292" r:id="rId16"/>
    <p:sldId id="293" r:id="rId17"/>
    <p:sldId id="294" r:id="rId18"/>
    <p:sldId id="295" r:id="rId19"/>
    <p:sldId id="29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82" d="100"/>
          <a:sy n="82" d="100"/>
        </p:scale>
        <p:origin x="60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8288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88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3000" y="1066800"/>
            <a:ext cx="2616200" cy="4876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1066800"/>
            <a:ext cx="7645400" cy="4876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vmlDrawing" Target="../drawings/vmlDrawing1.vml"/><Relationship Id="rId14" Type="http://schemas.openxmlformats.org/officeDocument/2006/relationships/image" Target="../media/image2.png"/><Relationship Id="rId13" Type="http://schemas.openxmlformats.org/officeDocument/2006/relationships/oleObject" Target="../embeddings/oleObject1.bin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16000" y="1066800"/>
            <a:ext cx="10363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07" tIns="45704" rIns="91407" bIns="45704" numCol="1" anchor="ctr" anchorCtr="0" compatLnSpc="1"/>
          <a:lstStyle/>
          <a:p>
            <a:pPr lvl="0"/>
            <a:r>
              <a:rPr lang="en-US"/>
              <a:t>Click Here to Add Title</a:t>
            </a:r>
            <a:endParaRPr lang="en-US"/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828800"/>
            <a:ext cx="103632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07" tIns="45704" rIns="91407" bIns="45704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3414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1722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07" tIns="45704" rIns="91407" bIns="45704" numCol="1" anchor="t" anchorCtr="0" compatLnSpc="1"/>
          <a:lstStyle>
            <a:lvl1pPr algn="r">
              <a:defRPr sz="1200" b="1">
                <a:latin typeface="+mn-lt"/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graphicFrame>
        <p:nvGraphicFramePr>
          <p:cNvPr id="1026" name="Object 5"/>
          <p:cNvGraphicFramePr>
            <a:graphicFrameLocks noChangeAspect="1"/>
          </p:cNvGraphicFramePr>
          <p:nvPr/>
        </p:nvGraphicFramePr>
        <p:xfrm>
          <a:off x="916517" y="152400"/>
          <a:ext cx="253788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Clip" r:id="rId13" imgW="3181350" imgH="1019175" progId="">
                  <p:embed/>
                </p:oleObj>
              </mc:Choice>
              <mc:Fallback>
                <p:oleObj name="Clip" r:id="rId13" imgW="3181350" imgH="1019175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6517" y="152400"/>
                        <a:ext cx="2537883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150" name="Text Box 6"/>
          <p:cNvSpPr txBox="1">
            <a:spLocks noChangeArrowheads="1"/>
          </p:cNvSpPr>
          <p:nvPr/>
        </p:nvSpPr>
        <p:spPr bwMode="auto">
          <a:xfrm>
            <a:off x="5715001" y="304800"/>
            <a:ext cx="4575225" cy="33852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1407" tIns="45704" rIns="91407" bIns="45704">
            <a:spAutoFit/>
          </a:bodyPr>
          <a:lstStyle/>
          <a:p>
            <a:pPr>
              <a:defRPr/>
            </a:pPr>
            <a:r>
              <a:rPr lang="en-US" sz="1600" b="1">
                <a:latin typeface="Arial" panose="020B0604020202090204" pitchFamily="34" charset="0"/>
              </a:rPr>
              <a:t> Engineering H192  - Computer Programming</a:t>
            </a:r>
            <a:endParaRPr lang="en-US" sz="1600" b="1">
              <a:latin typeface="Arial" panose="020B0604020202090204" pitchFamily="34" charset="0"/>
            </a:endParaRPr>
          </a:p>
        </p:txBody>
      </p:sp>
      <p:sp>
        <p:nvSpPr>
          <p:cNvPr id="13415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914400" y="61722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07" tIns="45704" rIns="91407" bIns="45704" numCol="1" anchor="t" anchorCtr="0" compatLnSpc="1"/>
          <a:lstStyle>
            <a:lvl1pPr>
              <a:defRPr sz="1200" b="1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34152" name="Rectangle 8"/>
          <p:cNvSpPr>
            <a:spLocks noChangeArrowheads="1"/>
          </p:cNvSpPr>
          <p:nvPr/>
        </p:nvSpPr>
        <p:spPr bwMode="auto">
          <a:xfrm>
            <a:off x="4064000" y="6169025"/>
            <a:ext cx="3243129" cy="27696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1407" tIns="45704" rIns="91407" bIns="45704">
            <a:spAutoFit/>
          </a:bodyPr>
          <a:lstStyle/>
          <a:p>
            <a:pPr>
              <a:defRPr/>
            </a:pPr>
            <a:r>
              <a:rPr lang="en-US" sz="1200" b="1">
                <a:latin typeface="Arial" panose="020B0604020202090204" pitchFamily="34" charset="0"/>
              </a:rPr>
              <a:t>Gateway Engineering Education Coalition</a:t>
            </a:r>
            <a:endParaRPr lang="en-US" sz="1200" b="1">
              <a:latin typeface="Arial" panose="020B060402020209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6CC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6CC"/>
          </a:solidFill>
          <a:latin typeface="Arial" panose="020B0604020202090204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6CC"/>
          </a:solidFill>
          <a:latin typeface="Arial" panose="020B0604020202090204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6CC"/>
          </a:solidFill>
          <a:latin typeface="Arial" panose="020B0604020202090204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6CC"/>
          </a:solidFill>
          <a:latin typeface="Arial" panose="020B060402020209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6CC"/>
          </a:solidFill>
          <a:latin typeface="Arial" panose="020B060402020209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6CC"/>
          </a:solidFill>
          <a:latin typeface="Arial" panose="020B060402020209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6CC"/>
          </a:solidFill>
          <a:latin typeface="Arial" panose="020B060402020209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6CC"/>
          </a:solidFill>
          <a:latin typeface="Arial" panose="020B060402020209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 b="1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0" y="1226820"/>
            <a:ext cx="10363200" cy="4166235"/>
          </a:xfrm>
        </p:spPr>
        <p:txBody>
          <a:bodyPr/>
          <a:p>
            <a:r>
              <a:rPr lang="en-US" altLang="en-US"/>
              <a:t>Unit : 2 </a:t>
            </a:r>
            <a:br>
              <a:rPr lang="en-US" altLang="en-US"/>
            </a:br>
            <a:r>
              <a:rPr lang="en-US" altLang="en-US"/>
              <a:t>Basic Docker operations. : Create a Docker-hub account, Pushing the Docker to container-hub,</a:t>
            </a:r>
            <a:br>
              <a:rPr lang="en-US" altLang="en-US"/>
            </a:b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Docker Hub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828800"/>
            <a:ext cx="10363200" cy="4513580"/>
          </a:xfrm>
        </p:spPr>
        <p:txBody>
          <a:bodyPr/>
          <a:p>
            <a:r>
              <a:rPr lang="en-US" altLang="en-US"/>
              <a:t>It simplifies development with a powerful container registry for :</a:t>
            </a:r>
            <a:endParaRPr lang="en-US" altLang="en-US"/>
          </a:p>
          <a:p>
            <a:pPr lvl="1"/>
            <a:r>
              <a:rPr lang="en-US" altLang="en-US"/>
              <a:t>storing , managing and sharing Docker images. </a:t>
            </a:r>
            <a:endParaRPr lang="en-US" altLang="en-US"/>
          </a:p>
          <a:p>
            <a:pPr marL="457200" lvl="1" indent="0">
              <a:buNone/>
            </a:pPr>
            <a:endParaRPr lang="en-US" altLang="en-US"/>
          </a:p>
          <a:p>
            <a:r>
              <a:rPr lang="en-US" altLang="en-US"/>
              <a:t>By integrating seamlessly with your tools, </a:t>
            </a:r>
            <a:endParaRPr lang="en-US" altLang="en-US"/>
          </a:p>
          <a:p>
            <a:pPr lvl="1"/>
            <a:r>
              <a:rPr lang="en-US" altLang="en-US"/>
              <a:t>it enhances productivity and </a:t>
            </a:r>
            <a:endParaRPr lang="en-US" altLang="en-US"/>
          </a:p>
          <a:p>
            <a:pPr lvl="1"/>
            <a:r>
              <a:rPr lang="en-US" altLang="en-US"/>
              <a:t>ensures reliable deployment, distribution.</a:t>
            </a:r>
            <a:endParaRPr lang="en-US" altLang="en-US"/>
          </a:p>
          <a:p>
            <a:pPr lvl="1"/>
            <a:r>
              <a:rPr lang="en-US" altLang="en-US"/>
              <a:t>access to containerized applications. </a:t>
            </a:r>
            <a:endParaRPr lang="en-US" altLang="en-US"/>
          </a:p>
          <a:p>
            <a:pPr marL="457200" lvl="1" indent="0">
              <a:buNone/>
            </a:pPr>
            <a:endParaRPr lang="en-US" altLang="en-US"/>
          </a:p>
          <a:p>
            <a:r>
              <a:rPr lang="en-US" altLang="en-US"/>
              <a:t>It also provides developers with pre-built images and assets to speed up development workflows.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0" y="715645"/>
            <a:ext cx="10363200" cy="433705"/>
          </a:xfrm>
        </p:spPr>
        <p:txBody>
          <a:bodyPr/>
          <a:p>
            <a:r>
              <a:rPr lang="en-US"/>
              <a:t>Features of Docker Hub</a:t>
            </a:r>
            <a:endParaRPr lang="en-US"/>
          </a:p>
        </p:txBody>
      </p:sp>
      <p:pic>
        <p:nvPicPr>
          <p:cNvPr id="4" name="Picture 3" descr="Screenshot 2025-02-27 at 10.52.40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9075" y="1400175"/>
            <a:ext cx="9091930" cy="51701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Create a Docker-hub account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Go to Docker Hub.</a:t>
            </a:r>
            <a:endParaRPr lang="en-US" altLang="en-US"/>
          </a:p>
          <a:p>
            <a:r>
              <a:rPr lang="en-US" altLang="en-US"/>
              <a:t>Click on "Sign Up".</a:t>
            </a:r>
            <a:endParaRPr lang="en-US" altLang="en-US"/>
          </a:p>
          <a:p>
            <a:r>
              <a:rPr lang="en-US" altLang="en-US"/>
              <a:t>Enter your username, email, and password.</a:t>
            </a:r>
            <a:endParaRPr lang="en-US" altLang="en-US"/>
          </a:p>
          <a:p>
            <a:r>
              <a:rPr lang="en-US" altLang="en-US"/>
              <a:t>Click "Sign Up" and verify your email.</a:t>
            </a:r>
            <a:endParaRPr lang="en-US" altLang="en-US"/>
          </a:p>
          <a:p>
            <a:r>
              <a:rPr lang="en-US" altLang="en-US"/>
              <a:t>Log in to Docker Hub and navigate to the Repositories tab.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0" y="727710"/>
            <a:ext cx="10363200" cy="445135"/>
          </a:xfrm>
        </p:spPr>
        <p:txBody>
          <a:bodyPr/>
          <a:p>
            <a:r>
              <a:rPr lang="en-US"/>
              <a:t>Create first repository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9440" y="1502410"/>
            <a:ext cx="11235055" cy="5069840"/>
          </a:xfrm>
        </p:spPr>
        <p:txBody>
          <a:bodyPr/>
          <a:p>
            <a:r>
              <a:rPr lang="en-US" altLang="en-US"/>
              <a:t>Open Docker Desktop.</a:t>
            </a:r>
            <a:endParaRPr lang="en-US" altLang="en-US"/>
          </a:p>
          <a:p>
            <a:r>
              <a:rPr lang="en-US" altLang="en-US"/>
              <a:t>Click on your profile icon (top-right corner).</a:t>
            </a:r>
            <a:endParaRPr lang="en-US" altLang="en-US"/>
          </a:p>
          <a:p>
            <a:r>
              <a:rPr lang="en-US" altLang="en-US"/>
              <a:t>Click "Docker Hub" – this will open your Docker Hub account in a browser.</a:t>
            </a:r>
            <a:endParaRPr lang="en-US" altLang="en-US"/>
          </a:p>
          <a:p>
            <a:r>
              <a:rPr lang="en-US" altLang="en-US"/>
              <a:t>In Docker Hub, click "Repositories" (on the left sidebar).</a:t>
            </a:r>
            <a:endParaRPr lang="en-US" altLang="en-US"/>
          </a:p>
          <a:p>
            <a:r>
              <a:rPr lang="en-US" altLang="en-US"/>
              <a:t>Click "Create Repository".</a:t>
            </a:r>
            <a:endParaRPr lang="en-US" altLang="en-US"/>
          </a:p>
          <a:p>
            <a:r>
              <a:rPr lang="en-US" altLang="en-US"/>
              <a:t>Visibility: Choose Public (free) or Private (paid plan)</a:t>
            </a:r>
            <a:endParaRPr lang="en-US" altLang="en-US"/>
          </a:p>
          <a:p>
            <a:r>
              <a:rPr lang="en-US" altLang="en-US"/>
              <a:t>Click "Create".</a:t>
            </a:r>
            <a:endParaRPr lang="en-US" altLang="en-US"/>
          </a:p>
          <a:p>
            <a:r>
              <a:rPr lang="en-US" altLang="en-US"/>
              <a:t>Your repository is now ready for storing images!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Below is the docker hub  repository view</a:t>
            </a:r>
            <a:endParaRPr lang="en-US"/>
          </a:p>
        </p:txBody>
      </p:sp>
      <p:pic>
        <p:nvPicPr>
          <p:cNvPr id="4" name="Picture 3" descr="Screenshot 2025-02-27 at 11.09.29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805" y="1893570"/>
            <a:ext cx="10811510" cy="47891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6585" y="609600"/>
            <a:ext cx="10363200" cy="457200"/>
          </a:xfrm>
        </p:spPr>
        <p:txBody>
          <a:bodyPr/>
          <a:p>
            <a:r>
              <a:rPr lang="en-US"/>
              <a:t>Choose btw public &amp; private repo </a:t>
            </a:r>
            <a:endParaRPr lang="en-US"/>
          </a:p>
        </p:txBody>
      </p:sp>
      <p:pic>
        <p:nvPicPr>
          <p:cNvPr id="4" name="Picture 3" descr="Screenshot 2025-02-27 at 11.18.17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895" y="1278890"/>
            <a:ext cx="11537950" cy="54946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715" y="609600"/>
            <a:ext cx="10363200" cy="457200"/>
          </a:xfrm>
        </p:spPr>
        <p:txBody>
          <a:bodyPr/>
          <a:p>
            <a:r>
              <a:rPr lang="en-US"/>
              <a:t>Contents inside repo </a:t>
            </a:r>
            <a:endParaRPr lang="en-US"/>
          </a:p>
        </p:txBody>
      </p:sp>
      <p:pic>
        <p:nvPicPr>
          <p:cNvPr id="4" name="Picture 3" descr="Screenshot 2025-02-27 at 11.55.23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255" y="1234440"/>
            <a:ext cx="11413490" cy="54902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851535"/>
            <a:ext cx="10363200" cy="457200"/>
          </a:xfrm>
        </p:spPr>
        <p:txBody>
          <a:bodyPr/>
          <a:p>
            <a:r>
              <a:rPr lang="en-US" altLang="en-US"/>
              <a:t>List Your Own Docker Hub Repositories</a:t>
            </a:r>
            <a:r>
              <a:rPr lang="en-US"/>
              <a:t> in the Docker CLI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5815" y="1503680"/>
            <a:ext cx="10677525" cy="4984750"/>
          </a:xfrm>
        </p:spPr>
        <p:txBody>
          <a:bodyPr/>
          <a:p>
            <a:r>
              <a:rPr lang="en-US" altLang="en-US"/>
              <a:t>Step 1: Log In to Docker Hub</a:t>
            </a:r>
            <a:endParaRPr lang="en-US" altLang="en-US"/>
          </a:p>
          <a:p>
            <a:pPr lvl="1"/>
            <a:r>
              <a:rPr lang="en-US" altLang="en-US"/>
              <a:t>command : docker login </a:t>
            </a:r>
            <a:endParaRPr lang="en-US" altLang="en-US"/>
          </a:p>
          <a:p>
            <a:pPr lvl="1"/>
            <a:r>
              <a:rPr lang="en-US" altLang="en-US"/>
              <a:t> Enter your Docker Hub username &amp; password when prompted.</a:t>
            </a:r>
            <a:endParaRPr lang="en-US" altLang="en-US"/>
          </a:p>
        </p:txBody>
      </p:sp>
      <p:pic>
        <p:nvPicPr>
          <p:cNvPr id="4" name="Picture 3" descr="Screenshot 2025-02-28 at 12.41.23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1995" y="3187065"/>
            <a:ext cx="7397750" cy="28727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1490" y="920750"/>
            <a:ext cx="10786110" cy="5022850"/>
          </a:xfrm>
        </p:spPr>
        <p:txBody>
          <a:bodyPr/>
          <a:p>
            <a:r>
              <a:rPr lang="en-US"/>
              <a:t>Step 2 : </a:t>
            </a:r>
            <a:r>
              <a:rPr lang="en-US" altLang="en-US"/>
              <a:t>Use Docker Hub API</a:t>
            </a:r>
            <a:endParaRPr lang="en-US" altLang="en-US"/>
          </a:p>
          <a:p>
            <a:pPr lvl="1"/>
            <a:r>
              <a:rPr lang="en-US" altLang="en-US" sz="2000"/>
              <a:t>After logging in, use the Docker Hub API to list your repositories:</a:t>
            </a:r>
            <a:endParaRPr lang="en-US" altLang="en-US" sz="2000"/>
          </a:p>
          <a:p>
            <a:pPr lvl="1"/>
            <a:r>
              <a:rPr lang="en-US" altLang="en-US" sz="2000"/>
              <a:t>curl -s https://hub.docker.com/v2/repositories/&lt;your-docker-id&gt;/ | jq '.results[].name'</a:t>
            </a:r>
            <a:endParaRPr lang="en-US" altLang="en-US" sz="2000"/>
          </a:p>
          <a:p>
            <a:pPr lvl="1"/>
            <a:r>
              <a:rPr lang="en-US" altLang="en-US" sz="2000"/>
              <a:t>eg:</a:t>
            </a:r>
            <a:endParaRPr lang="en-US" altLang="en-US" sz="2000"/>
          </a:p>
          <a:p>
            <a:pPr lvl="1"/>
            <a:r>
              <a:rPr lang="en-US" altLang="en-US" sz="2000"/>
              <a:t>curl -s https://hub.docker.com/v2/repositories/divyathakur273/ | jq '.results[].name'</a:t>
            </a:r>
            <a:endParaRPr lang="en-US" altLang="en-US" sz="2000"/>
          </a:p>
          <a:p>
            <a:pPr marL="0" indent="0">
              <a:buNone/>
            </a:pPr>
            <a:endParaRPr lang="en-US" altLang="en-US"/>
          </a:p>
        </p:txBody>
      </p:sp>
      <p:pic>
        <p:nvPicPr>
          <p:cNvPr id="4" name="Picture 3" descr="Screenshot 2025-02-28 at 12.50.14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3735070"/>
            <a:ext cx="9716135" cy="15925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7060"/>
            <a:ext cx="10363200" cy="457200"/>
          </a:xfrm>
        </p:spPr>
        <p:txBody>
          <a:bodyPr/>
          <a:p>
            <a:r>
              <a:rPr lang="en-US" altLang="en-US"/>
              <a:t>Install jq Based on Your OS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283970"/>
            <a:ext cx="10363200" cy="4659630"/>
          </a:xfrm>
        </p:spPr>
        <p:txBody>
          <a:bodyPr/>
          <a:p>
            <a:r>
              <a:rPr lang="en-US" altLang="en-US"/>
              <a:t>For macOS (Homebrew):</a:t>
            </a:r>
            <a:endParaRPr lang="en-US" altLang="en-US"/>
          </a:p>
          <a:p>
            <a:pPr lvl="3"/>
            <a:r>
              <a:rPr lang="en-US" altLang="en-US"/>
              <a:t>brew install jq</a:t>
            </a:r>
            <a:endParaRPr lang="en-US" altLang="en-US"/>
          </a:p>
          <a:p>
            <a:r>
              <a:rPr lang="en-US" altLang="en-US"/>
              <a:t>For Ubuntu/Debian:</a:t>
            </a:r>
            <a:endParaRPr lang="en-US" altLang="en-US"/>
          </a:p>
          <a:p>
            <a:pPr lvl="3"/>
            <a:r>
              <a:rPr lang="en-US" altLang="en-US"/>
              <a:t>sudo apt update &amp;&amp; sudo apt install jq -y</a:t>
            </a:r>
            <a:endParaRPr lang="en-US" altLang="en-US"/>
          </a:p>
          <a:p>
            <a:r>
              <a:rPr lang="en-US" altLang="en-US"/>
              <a:t>For Windows (Using Chocolatey):</a:t>
            </a:r>
            <a:endParaRPr lang="en-US" altLang="en-US"/>
          </a:p>
          <a:p>
            <a:pPr lvl="3"/>
            <a:r>
              <a:rPr lang="en-US" altLang="en-US"/>
              <a:t>choco install jq</a:t>
            </a:r>
            <a:endParaRPr lang="en-US" altLang="en-US"/>
          </a:p>
          <a:p>
            <a:pPr lvl="3"/>
            <a:r>
              <a:rPr lang="en-US" altLang="en-US"/>
              <a:t>https://jqlang.org/   : download using this link</a:t>
            </a:r>
            <a:endParaRPr lang="en-US" altLang="en-US"/>
          </a:p>
          <a:p>
            <a:pPr lvl="8"/>
            <a:r>
              <a:rPr lang="en-US" altLang="en-US"/>
              <a:t> : move it to the directory in your system path</a:t>
            </a:r>
            <a:endParaRPr lang="en-US" altLang="en-US"/>
          </a:p>
          <a:p>
            <a:pPr lvl="8"/>
            <a:r>
              <a:rPr lang="en-US" altLang="en-US"/>
              <a:t>windows\System32\</a:t>
            </a:r>
            <a:endParaRPr lang="en-US" altLang="en-US"/>
          </a:p>
          <a:p>
            <a:pPr lvl="8"/>
            <a:r>
              <a:rPr lang="en-US" altLang="en-US"/>
              <a:t>verify in cl : jq --version</a:t>
            </a:r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365" y="715645"/>
            <a:ext cx="10363200" cy="457200"/>
          </a:xfrm>
        </p:spPr>
        <p:txBody>
          <a:bodyPr/>
          <a:p>
            <a:r>
              <a:rPr lang="en-US" altLang="en-US"/>
              <a:t>List All Tags for a Specific Repository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66215"/>
            <a:ext cx="10363200" cy="4477385"/>
          </a:xfrm>
        </p:spPr>
        <p:txBody>
          <a:bodyPr/>
          <a:p>
            <a:r>
              <a:rPr lang="en-US" altLang="en-US"/>
              <a:t>curl -s https://hub.docker.com/v2/repositories/mydockeruser/my-first-repo/tags/ | jq '.results[].name'</a:t>
            </a:r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457200"/>
          </a:xfrm>
        </p:spPr>
        <p:txBody>
          <a:bodyPr/>
          <a:p>
            <a:r>
              <a:rPr lang="en-US" altLang="en-US"/>
              <a:t>Push a Docker Image to Docker Hub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356360"/>
            <a:ext cx="10363200" cy="4961890"/>
          </a:xfrm>
        </p:spPr>
        <p:txBody>
          <a:bodyPr/>
          <a:p>
            <a:r>
              <a:rPr lang="en-US" altLang="en-US"/>
              <a:t>Step 1:  Log in to Docker Hub via CLI</a:t>
            </a:r>
            <a:endParaRPr lang="en-US" altLang="en-US"/>
          </a:p>
          <a:p>
            <a:r>
              <a:rPr lang="en-US" altLang="en-US"/>
              <a:t>Step 2:  Pull a new image </a:t>
            </a:r>
            <a:endParaRPr lang="en-US" altLang="en-US"/>
          </a:p>
          <a:p>
            <a:r>
              <a:rPr lang="en-US" altLang="en-US"/>
              <a:t>Step 3 : Run the image </a:t>
            </a:r>
            <a:endParaRPr lang="en-US" altLang="en-US"/>
          </a:p>
          <a:p>
            <a:r>
              <a:rPr lang="en-US" altLang="en-US"/>
              <a:t>Step 4 : Make Changes Inside the Container</a:t>
            </a:r>
            <a:endParaRPr lang="en-US" altLang="en-US"/>
          </a:p>
          <a:p>
            <a:r>
              <a:rPr lang="en-US" altLang="en-US"/>
              <a:t>Step 5 : Save Changes as a New Image</a:t>
            </a:r>
            <a:endParaRPr lang="en-US" altLang="en-US"/>
          </a:p>
          <a:p>
            <a:r>
              <a:rPr lang="en-US" altLang="en-US"/>
              <a:t>Step 6 : Tag the New Image for Docker Hub</a:t>
            </a:r>
            <a:endParaRPr lang="en-US" altLang="en-US"/>
          </a:p>
          <a:p>
            <a:r>
              <a:rPr lang="en-US" altLang="en-US"/>
              <a:t>Step 7 : Push the Image to Docker Hub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5775"/>
            <a:ext cx="10363200" cy="457200"/>
          </a:xfrm>
        </p:spPr>
        <p:txBody>
          <a:bodyPr/>
          <a:p>
            <a:r>
              <a:rPr lang="en-US"/>
              <a:t>Practical </a:t>
            </a:r>
            <a:endParaRPr lang="en-US"/>
          </a:p>
        </p:txBody>
      </p:sp>
      <p:pic>
        <p:nvPicPr>
          <p:cNvPr id="4" name="Picture 3" descr="Screenshot 2025-02-28 at 1.39.45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570" y="1260475"/>
            <a:ext cx="10670540" cy="385254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 descr="Screenshot 2025-02-28 at 1.40.34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145" y="687070"/>
            <a:ext cx="8623935" cy="3343275"/>
          </a:xfrm>
          <a:prstGeom prst="rect">
            <a:avLst/>
          </a:prstGeom>
        </p:spPr>
      </p:pic>
      <p:pic>
        <p:nvPicPr>
          <p:cNvPr id="4" name="Picture 3" descr="Screenshot 2025-02-28 at 1.51.14 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145" y="4030345"/>
            <a:ext cx="8623300" cy="26911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Screenshot 2025-02-28 at 1.51.51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830" y="1110615"/>
            <a:ext cx="9276080" cy="453961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457200"/>
          </a:xfrm>
        </p:spPr>
        <p:txBody>
          <a:bodyPr/>
          <a:p>
            <a:r>
              <a:rPr lang="en-US"/>
              <a:t>	Output</a:t>
            </a:r>
            <a:endParaRPr lang="en-US"/>
          </a:p>
        </p:txBody>
      </p:sp>
      <p:pic>
        <p:nvPicPr>
          <p:cNvPr id="4" name="Picture 3" descr="Screenshot 2025-02-28 at 1.53.39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18565"/>
            <a:ext cx="12192000" cy="550799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0" y="715645"/>
            <a:ext cx="10363200" cy="457200"/>
          </a:xfrm>
        </p:spPr>
        <p:txBody>
          <a:bodyPr/>
          <a:p>
            <a:r>
              <a:rPr lang="en-US"/>
              <a:t>Summary</a:t>
            </a:r>
            <a:endParaRPr lang="en-US"/>
          </a:p>
        </p:txBody>
      </p:sp>
      <p:pic>
        <p:nvPicPr>
          <p:cNvPr id="5" name="Picture 4" descr="Screenshot 2025-02-28 at 1.55.28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4300" y="1257300"/>
            <a:ext cx="8855075" cy="54806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1_Blank Presentation 9">
      <a:dk1>
        <a:srgbClr val="000000"/>
      </a:dk1>
      <a:lt1>
        <a:srgbClr val="FFFFFF"/>
      </a:lt1>
      <a:dk2>
        <a:srgbClr val="0000FF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Blank Pre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50305040509030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503050405090304" charset="0"/>
          </a:defRPr>
        </a:defPPr>
      </a:lstStyle>
    </a:lnDef>
  </a:objectDefaults>
  <a:extraClrSchemeLst>
    <a:extraClrScheme>
      <a:clrScheme name="1_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8">
        <a:dk1>
          <a:srgbClr val="000000"/>
        </a:dk1>
        <a:lt1>
          <a:srgbClr val="FFFFFF"/>
        </a:lt1>
        <a:dk2>
          <a:srgbClr val="3399FF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9">
        <a:dk1>
          <a:srgbClr val="000000"/>
        </a:dk1>
        <a:lt1>
          <a:srgbClr val="FFFFFF"/>
        </a:lt1>
        <a:dk2>
          <a:srgbClr val="0000FF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2332</Words>
  <Application>WPS Presentation</Application>
  <PresentationFormat>Widescreen</PresentationFormat>
  <Paragraphs>89</Paragraphs>
  <Slides>18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Arial</vt:lpstr>
      <vt:lpstr>SimSun</vt:lpstr>
      <vt:lpstr>Wingdings</vt:lpstr>
      <vt:lpstr>Times New Roman</vt:lpstr>
      <vt:lpstr>Microsoft YaHei</vt:lpstr>
      <vt:lpstr>汉仪旗黑</vt:lpstr>
      <vt:lpstr>Arial Unicode MS</vt:lpstr>
      <vt:lpstr>Calibri</vt:lpstr>
      <vt:lpstr>Helvetica Neue</vt:lpstr>
      <vt:lpstr>Theme1</vt:lpstr>
      <vt:lpstr>Unit : 2  Basic Docker operations. : Create a Docker-hub account, Pushing the Docker to container-hub, </vt:lpstr>
      <vt:lpstr>Docker Hub</vt:lpstr>
      <vt:lpstr>Features of Docker Hub</vt:lpstr>
      <vt:lpstr>Create a Docker-hub account</vt:lpstr>
      <vt:lpstr>Create first repository</vt:lpstr>
      <vt:lpstr>Below is the docker hub  repository view</vt:lpstr>
      <vt:lpstr>Choose btw public &amp; private repo </vt:lpstr>
      <vt:lpstr>Contents inside repo </vt:lpstr>
      <vt:lpstr>List Your Own Docker Hub Repositories in the Docker CLI</vt:lpstr>
      <vt:lpstr>PowerPoint 演示文稿</vt:lpstr>
      <vt:lpstr>Install jq Based on Your OS</vt:lpstr>
      <vt:lpstr>List All Tags for a Specific Repository</vt:lpstr>
      <vt:lpstr>Push a Docker Image to Docker Hub</vt:lpstr>
      <vt:lpstr>Practical </vt:lpstr>
      <vt:lpstr>PowerPoint 演示文稿</vt:lpstr>
      <vt:lpstr>PowerPoint 演示文稿</vt:lpstr>
      <vt:lpstr>	Output</vt:lpstr>
      <vt:lpstr>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Python for Data Science</dc:title>
  <dc:creator>91977</dc:creator>
  <cp:lastModifiedBy>divya</cp:lastModifiedBy>
  <cp:revision>37</cp:revision>
  <dcterms:created xsi:type="dcterms:W3CDTF">2025-03-11T05:59:47Z</dcterms:created>
  <dcterms:modified xsi:type="dcterms:W3CDTF">2025-03-11T05:59:47Z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3166C6DD0DF2C0A7474D9C67ECC9DCEB_43</vt:lpwstr>
  </property>
  <property fmtid="{D5CDD505-2E9C-101B-9397-08002B2CF9AE}" pid="3" name="KSOProductBuildVer">
    <vt:lpwstr>1033-6.11.0.8615</vt:lpwstr>
  </property>
</Properties>
</file>